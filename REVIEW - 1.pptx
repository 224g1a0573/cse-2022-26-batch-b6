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67" r:id="rId4"/>
    <p:sldId id="258" r:id="rId5"/>
    <p:sldId id="257" r:id="rId6"/>
    <p:sldId id="259" r:id="rId7"/>
    <p:sldId id="260" r:id="rId8"/>
    <p:sldId id="261" r:id="rId9"/>
    <p:sldId id="263" r:id="rId10"/>
    <p:sldId id="268" r:id="rId11"/>
    <p:sldId id="269" r:id="rId12"/>
    <p:sldId id="271" r:id="rId13"/>
    <p:sldId id="270" r:id="rId14"/>
    <p:sldId id="272" r:id="rId15"/>
    <p:sldId id="273" r:id="rId16"/>
    <p:sldId id="264" r:id="rId17"/>
    <p:sldId id="276" r:id="rId18"/>
    <p:sldId id="275" r:id="rId19"/>
    <p:sldId id="274" r:id="rId20"/>
    <p:sldId id="265" r:id="rId21"/>
    <p:sldId id="277" r:id="rId22"/>
    <p:sldId id="278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DE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20"/>
            <a:chOff x="777240" y="6634440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34400" y="1737360"/>
            <a:ext cx="2963545" cy="41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US" altLang="en-US" sz="2400" dirty="0">
                <a:latin typeface="Times New Roman" panose="02020603050405020304"/>
                <a:cs typeface="Times New Roman" panose="02020603050405020304"/>
              </a:rPr>
              <a:t>VENKATA VENU</a:t>
            </a:r>
            <a:r>
              <a:rPr lang="en-IN" altLang="en-US" sz="2400" dirty="0">
                <a:latin typeface="Times New Roman" panose="02020603050405020304"/>
                <a:cs typeface="Times New Roman" panose="02020603050405020304"/>
              </a:rPr>
              <a:t> K 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35" algn="ctr">
              <a:lnSpc>
                <a:spcPts val="106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Roll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1200" spc="5" dirty="0">
                <a:latin typeface="Times New Roman" panose="02020603050405020304"/>
                <a:cs typeface="Times New Roman" panose="02020603050405020304"/>
              </a:rPr>
              <a:t>224G1A05C3</a:t>
            </a:r>
            <a:endParaRPr lang="en-IN" altLang="en-US" sz="1200" spc="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2780" y="2476500"/>
            <a:ext cx="3683635" cy="95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14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4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i="1" spc="-10" dirty="0">
                <a:latin typeface="Times New Roman" panose="02020603050405020304"/>
                <a:cs typeface="Times New Roman" panose="02020603050405020304"/>
              </a:rPr>
              <a:t>guidance</a:t>
            </a:r>
            <a:r>
              <a:rPr sz="14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i="1" spc="-25" dirty="0">
                <a:latin typeface="Times New Roman" panose="02020603050405020304"/>
                <a:cs typeface="Times New Roman" panose="02020603050405020304"/>
              </a:rPr>
              <a:t>of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065" marR="5080" algn="ctr">
              <a:lnSpc>
                <a:spcPts val="2790"/>
              </a:lnSpc>
              <a:spcBef>
                <a:spcPts val="115"/>
              </a:spcBef>
            </a:pPr>
            <a:r>
              <a:rPr lang="en-US" altLang="en-US" sz="2400" spc="-20" dirty="0">
                <a:latin typeface="Times New Roman" panose="02020603050405020304"/>
                <a:cs typeface="Times New Roman" panose="02020603050405020304"/>
              </a:rPr>
              <a:t>Mr. G.Ganesh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 spc="-10" dirty="0">
                <a:latin typeface="Times New Roman" panose="02020603050405020304"/>
                <a:cs typeface="Times New Roman" panose="02020603050405020304"/>
              </a:rPr>
              <a:t>M.Tech</a:t>
            </a:r>
            <a:r>
              <a:rPr lang="en-IN" altLang="en-US" sz="2400" spc="-1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Assistant Professor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 panose="02020603050405020304"/>
                <a:cs typeface="Times New Roman" panose="02020603050405020304"/>
              </a:rPr>
              <a:t>Autonomous</a:t>
            </a: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Rotarypuram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Village,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Samudram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Mandal,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Ananthapuramu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515701.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202</a:t>
            </a:r>
            <a:r>
              <a:rPr lang="en-IN" altLang="en-US" sz="1300" b="1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5-</a:t>
            </a:r>
            <a:r>
              <a:rPr sz="1300" b="1" spc="-20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202</a:t>
            </a:r>
            <a:r>
              <a:rPr lang="en-IN" altLang="en-US" sz="1300" b="1" spc="-20" dirty="0">
                <a:solidFill>
                  <a:srgbClr val="1E4E78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lang="en-IN" altLang="en-US" sz="1300" b="1" spc="-20" dirty="0">
              <a:solidFill>
                <a:srgbClr val="1E4E78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1600" y="1737360"/>
            <a:ext cx="2414905" cy="4552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altLang="en-US" sz="2400" dirty="0">
                <a:latin typeface="Times New Roman" panose="02020603050405020304"/>
                <a:cs typeface="Times New Roman" panose="02020603050405020304"/>
              </a:rPr>
              <a:t>RAJESHWARI K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" algn="ctr">
              <a:lnSpc>
                <a:spcPts val="106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Roll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1200" spc="40" dirty="0">
                <a:latin typeface="Times New Roman" panose="02020603050405020304"/>
                <a:cs typeface="Times New Roman" panose="02020603050405020304"/>
              </a:rPr>
              <a:t>224G1A0579</a:t>
            </a:r>
            <a:endParaRPr lang="en-IN" altLang="en-US" sz="1200" spc="4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4932" y="1621334"/>
            <a:ext cx="2169795" cy="571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IN" altLang="en-US" sz="2400" spc="-10" dirty="0">
                <a:latin typeface="Times New Roman" panose="02020603050405020304"/>
                <a:cs typeface="Times New Roman" panose="02020603050405020304"/>
              </a:rPr>
              <a:t>PRANEESHA V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" algn="ctr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Roll No.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IN" altLang="en-US" sz="1200" spc="-10" dirty="0">
                <a:latin typeface="Times New Roman" panose="02020603050405020304"/>
                <a:cs typeface="Times New Roman" panose="02020603050405020304"/>
              </a:rPr>
              <a:t>24G1A0573</a:t>
            </a:r>
            <a:endParaRPr lang="en-IN" altLang="en-US" sz="1200" spc="-1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77240" y="491490"/>
            <a:ext cx="1044511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2800" dirty="0"/>
              <a:t>ADAPTIVE TECHNOLOGY FOR AUTISM SUPPORT</a:t>
            </a:r>
            <a:endParaRPr lang="en-IN" sz="2800" dirty="0"/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606" y="3410370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0" y="-14605"/>
            <a:ext cx="62928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US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- 06</a:t>
            </a:r>
            <a:endParaRPr lang="en-IN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04832" y="1219225"/>
            <a:ext cx="9460230" cy="264033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lang="en-IN" altLang="en-US" sz="2800">
                <a:latin typeface="Times New Roman" panose="02020603050405020304"/>
                <a:cs typeface="Times New Roman" panose="02020603050405020304"/>
              </a:rPr>
              <a:t>What is the main objective of the project?</a:t>
            </a:r>
            <a:endParaRPr lang="en-IN" altLang="en-US"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lang="en-IN" altLang="en-US" sz="2800">
                <a:latin typeface="Times New Roman" panose="02020603050405020304"/>
                <a:cs typeface="Times New Roman" panose="02020603050405020304"/>
              </a:rPr>
              <a:t>Is this web application or mobile application?</a:t>
            </a:r>
            <a:endParaRPr lang="en-IN" altLang="en-US"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lang="en-IN" altLang="en-US" sz="2800">
                <a:latin typeface="Times New Roman" panose="02020603050405020304"/>
                <a:cs typeface="Times New Roman" panose="02020603050405020304"/>
              </a:rPr>
              <a:t>What tech stack you are going to use?</a:t>
            </a:r>
            <a:endParaRPr lang="en-IN" altLang="en-US"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lang="en-US" altLang="en-US" sz="2800">
                <a:latin typeface="Times New Roman" panose="02020603050405020304"/>
                <a:cs typeface="Times New Roman" panose="02020603050405020304"/>
              </a:rPr>
              <a:t>Who are the intended end users of the application?</a:t>
            </a:r>
            <a:endParaRPr lang="en-US" altLang="en-US" sz="2800">
              <a:latin typeface="Times New Roman" panose="02020603050405020304"/>
              <a:cs typeface="Times New Roman" panose="02020603050405020304"/>
            </a:endParaRPr>
          </a:p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endParaRPr lang="en-IN" altLang="en-US"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6200" y="307975"/>
            <a:ext cx="9320530" cy="553720"/>
          </a:xfrm>
        </p:spPr>
        <p:txBody>
          <a:bodyPr wrap="square"/>
          <a:p>
            <a:r>
              <a:rPr lang="en-IN" altLang="en-US" sz="3600"/>
              <a:t>QUERIES FROM REVIEW ZERO</a:t>
            </a:r>
            <a:endParaRPr lang="en-IN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92550" y="-18415"/>
            <a:ext cx="5518785" cy="2311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NETWORKSADA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47390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</a:rPr>
              <a:t>Title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lang="en-IN" spc="-110" dirty="0">
                <a:solidFill>
                  <a:schemeClr val="bg1"/>
                </a:solidFill>
              </a:rPr>
              <a:t>Explanation </a:t>
            </a:r>
            <a:endParaRPr lang="en-IN" spc="-11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/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ext Box 11"/>
          <p:cNvSpPr txBox="1"/>
          <p:nvPr/>
        </p:nvSpPr>
        <p:spPr>
          <a:xfrm>
            <a:off x="287020" y="1363345"/>
            <a:ext cx="10539730" cy="420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“ADAPTIVE TECHNOLOGY FOR AUTISM SUPPORT” reflects the core objectives of the project: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Adaptive</a:t>
            </a:r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system adjusts activities and difficulty based on user interaction and performance.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Technology</a:t>
            </a:r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Uses a Flutter-based application with Firebase backend and lightweight AI tools.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Autism Support</a:t>
            </a:r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Focuses on assisting children with autism in emotional awareness, attention, and social interaction.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0" y="-14605"/>
            <a:ext cx="62928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US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- 06</a:t>
            </a:r>
            <a:endParaRPr lang="en-IN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09257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62280" lvl="0" indent="-46228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Requirements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Datasets/Modules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Implementation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2550" y="-18415"/>
            <a:ext cx="542925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00" y="216535"/>
            <a:ext cx="276352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bg1"/>
                </a:solidFill>
              </a:rPr>
              <a:t>Abstract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ext Box 11"/>
          <p:cNvSpPr txBox="1"/>
          <p:nvPr/>
        </p:nvSpPr>
        <p:spPr>
          <a:xfrm>
            <a:off x="237490" y="1121410"/>
            <a:ext cx="11488420" cy="5318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 cross-platform assistive application designed to support emotional and social development in children with autism.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Existing assistive solutions lack adaptive, personalized, and privacy-focused digital support.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system uses a Flutter-based interface, Firebase backend services, and rule-based adaptive logic with pre-trained AI models.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application enables structured interaction, progress tracking, and caregiver involvement in a safe environment.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project establishes an ethical and scalable foundation for adaptive autism support with future AI enhancements.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0"/>
            <a:ext cx="524129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47390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Introduction</a:t>
            </a:r>
            <a:endParaRPr lang="en-IN"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36899" y="1074318"/>
            <a:ext cx="11346815" cy="43027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Autism Spectrum Disorder affects communication, emotional regulation, and social interaction in children.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Traditional therapy methods are limited by accessibility, cost, and time constraints.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Technology can provide a safe, engaging, and repeatable learning environment for skill development.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This project was chosen to address a real-world social problem using adaptive technology.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The focus is on supportive assistance and progress monitoring, not medical diagnosis.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The system encourages caregiver and therapist involvement through structured feedback and reports.</a:t>
            </a:r>
            <a:endParaRPr lang="en-US" altLang="en-US" sz="2400" spc="-10" dirty="0"/>
          </a:p>
          <a:p>
            <a:pPr marL="469900" marR="5080" indent="-457200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US" altLang="en-US" sz="2400" spc="-10" dirty="0"/>
              <a:t>The application is designed to be child-friendly, non-intrusive, and privacy-aware.</a:t>
            </a:r>
            <a:endParaRPr lang="en-US" altLang="en-US" sz="2400"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4140" y="-18415"/>
            <a:ext cx="524129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245"/>
            <a:ext cx="538924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lang="en-IN" spc="-60" dirty="0"/>
              <a:t>Software Requirements</a:t>
            </a:r>
            <a:endParaRPr lang="en-IN" spc="-6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110318"/>
            <a:ext cx="11619230" cy="394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altLang="en-US" sz="2800" b="1">
                <a:latin typeface="Times New Roman" panose="02020603050405020304"/>
                <a:cs typeface="Times New Roman" panose="02020603050405020304"/>
              </a:rPr>
              <a:t>Development Tools / IDEs</a:t>
            </a:r>
            <a:endParaRPr lang="en-US" altLang="en-US" sz="2800" b="1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Visual Studio Code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Android Studio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IN" altLang="en-US" sz="2800" b="1">
                <a:latin typeface="Times New Roman" panose="02020603050405020304"/>
                <a:cs typeface="Times New Roman" panose="02020603050405020304"/>
              </a:rPr>
              <a:t>Programming Languages</a:t>
            </a:r>
            <a:endParaRPr lang="en-US" altLang="en-US" sz="2800" b="1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Python</a:t>
            </a:r>
            <a:endParaRPr lang="en-IN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Flutter SDK</a:t>
            </a:r>
            <a:endParaRPr lang="en-IN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Firebase</a:t>
            </a:r>
            <a:endParaRPr lang="en-IN" altLang="en-US" sz="2400">
              <a:latin typeface="Times New Roman" panose="02020603050405020304"/>
              <a:cs typeface="Times New Roman" panose="02020603050405020304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Cloud Firestore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899" y="1002318"/>
            <a:ext cx="11164570" cy="49364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Datasets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Pre-trained emotion recognition dataset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Emotion label set (Happy, Sad, Angry,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Disgust,Surprise,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Neutral, etc.)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User Module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Dataset: Stores registered user information.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Fields: User ID, Name, Email, Role (Child/Parent/Therapist), Login Credentials.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Purpose: Handles user registration, authentication, and role-based access.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Emotion Detection Module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Dataset: Stores detected emotion data.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Fields: Emotion Label, Confidence Score, Timestamp, Child ID.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Purpose: Tracks emotional states and supports adaptive responses.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323"/>
            <a:ext cx="4739005" cy="676910"/>
          </a:xfrm>
        </p:spPr>
        <p:txBody>
          <a:bodyPr/>
          <a:p>
            <a:r>
              <a:rPr lang="en-IN" altLang="en-US"/>
              <a:t>Dataset / Modules:</a:t>
            </a:r>
            <a:endParaRPr lang="en-I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899" y="1002318"/>
            <a:ext cx="11164570" cy="53854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Child Profile Module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IN" altLang="en-US" sz="2400" b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en-US" sz="2400" b="0">
                <a:latin typeface="Times New Roman" panose="02020603050405020304" charset="0"/>
                <a:cs typeface="Times New Roman" panose="02020603050405020304" charset="0"/>
              </a:rPr>
              <a:t>ataset: Stores child-specific profile details.</a:t>
            </a:r>
            <a:endParaRPr lang="en-US" alt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0">
                <a:latin typeface="Times New Roman" panose="02020603050405020304" charset="0"/>
                <a:cs typeface="Times New Roman" panose="02020603050405020304" charset="0"/>
              </a:rPr>
              <a:t>Fields: Child ID, Age, Parent ID, Assigned Therapist ID.</a:t>
            </a:r>
            <a:endParaRPr lang="en-US" alt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0">
                <a:latin typeface="Times New Roman" panose="02020603050405020304" charset="0"/>
                <a:cs typeface="Times New Roman" panose="02020603050405020304" charset="0"/>
              </a:rPr>
              <a:t>Purpose: Manages child information and links activities to the child profile.</a:t>
            </a:r>
            <a:endParaRPr lang="en-US" alt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Therapeutic Games Module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Dataset: Stores game interaction and performance data.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Fields: Game ID, Score, Level, Duration, Child ID.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Purpose: Improves cognitive, emotional, and social skills through games.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Progress Tracking Module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Dataset: Stores session-wise progress reports.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Fields: Session ID, Emotion Summary, Game Performance, Date.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 algn="just">
              <a:lnSpc>
                <a:spcPts val="3020"/>
              </a:lnSpc>
              <a:spcBef>
                <a:spcPts val="480"/>
              </a:spcBef>
              <a:buFont typeface="Arial" panose="020B0604020202020204" pitchFamily="34" charset="0"/>
              <a:buNone/>
              <a:tabLst>
                <a:tab pos="504825" algn="l"/>
              </a:tabLs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Purpose: Helps parents and therapists monitor improvement over time.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323"/>
            <a:ext cx="4739005" cy="676910"/>
          </a:xfrm>
        </p:spPr>
        <p:txBody>
          <a:bodyPr/>
          <a:p>
            <a:r>
              <a:rPr lang="en-IN" altLang="en-US"/>
              <a:t>Dataset / Modules:</a:t>
            </a:r>
            <a:endParaRPr lang="en-I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323"/>
            <a:ext cx="4739005" cy="676910"/>
          </a:xfrm>
        </p:spPr>
        <p:txBody>
          <a:bodyPr/>
          <a:p>
            <a:r>
              <a:rPr lang="en-IN" altLang="en-US"/>
              <a:t>Implementation</a:t>
            </a:r>
            <a:endParaRPr lang="en-IN" altLang="en-US"/>
          </a:p>
        </p:txBody>
      </p:sp>
      <p:pic>
        <p:nvPicPr>
          <p:cNvPr id="7" name="Picture 6" descr="Screenshot 2026-01-29 2116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" y="990600"/>
            <a:ext cx="5343525" cy="2804160"/>
          </a:xfrm>
          <a:prstGeom prst="rect">
            <a:avLst/>
          </a:prstGeom>
        </p:spPr>
      </p:pic>
      <p:pic>
        <p:nvPicPr>
          <p:cNvPr id="13" name="Picture 12" descr="Screenshot 2026-01-29 2146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71550"/>
            <a:ext cx="5394325" cy="2839720"/>
          </a:xfrm>
          <a:prstGeom prst="rect">
            <a:avLst/>
          </a:prstGeom>
        </p:spPr>
      </p:pic>
      <p:pic>
        <p:nvPicPr>
          <p:cNvPr id="14" name="Picture 13" descr="Screenshot 2026-01-29 2200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" y="3800475"/>
            <a:ext cx="5353685" cy="28206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10000"/>
            <a:ext cx="5425440" cy="2852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245"/>
            <a:ext cx="7874635" cy="676910"/>
          </a:xfrm>
        </p:spPr>
        <p:txBody>
          <a:bodyPr wrap="square"/>
          <a:p>
            <a:r>
              <a:rPr lang="en-IN" altLang="en-US"/>
              <a:t>UML Diagram of Usecase:</a:t>
            </a:r>
            <a:endParaRPr lang="en-I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60" y="1471295"/>
            <a:ext cx="4545965" cy="454596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52400" y="1447800"/>
            <a:ext cx="611568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Parent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approves therapist assignments and views emotion-related activities.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Child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interacts with the system by playing therapeutic games and participating in emotion detection.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Admin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monitors overall system usage and progress data.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diagram shows how different users interact with the system based on their roles.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highlights role-based access and responsibilities within the application.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245"/>
            <a:ext cx="7874635" cy="676910"/>
          </a:xfrm>
        </p:spPr>
        <p:txBody>
          <a:bodyPr wrap="square"/>
          <a:p>
            <a:r>
              <a:rPr lang="en-IN" altLang="en-US"/>
              <a:t>UML Diagram:</a:t>
            </a:r>
            <a:endParaRPr lang="en-I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219200"/>
            <a:ext cx="7103110" cy="502983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96850" y="1325245"/>
            <a:ext cx="46805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Child class represents the primary user with personal and guardian-related details.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EmotionMonitoringService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handles real-time and background emotion detection for the child.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EmergencyAlertService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monitors critical emotions and triggers alerts to caregivers.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GameModule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manages therapeutic and social skill games for the child.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System class coordinates authentication, data retrieval, and session management.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245"/>
            <a:ext cx="7874635" cy="676910"/>
          </a:xfrm>
        </p:spPr>
        <p:txBody>
          <a:bodyPr wrap="square"/>
          <a:p>
            <a:r>
              <a:rPr lang="en-IN" altLang="en-US"/>
              <a:t>UML Diagram:</a:t>
            </a:r>
            <a:endParaRPr lang="en-IN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196850" y="1325245"/>
            <a:ext cx="5628005" cy="4856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System class manages authentication, child assignment, and notification creation.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Therapist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class stores professional details and handles assigned children.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 Child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class maintains therapist assignment status and related details.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Notification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class manages messages sent during assignment and status updates.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diagram shows how the system coordinates therapist assignment and communication.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000760"/>
            <a:ext cx="4043045" cy="56534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0"/>
            <a:ext cx="515937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b="1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2" name="Title 11"/>
          <p:cNvSpPr/>
          <p:nvPr>
            <p:ph type="title"/>
          </p:nvPr>
        </p:nvSpPr>
        <p:spPr>
          <a:xfrm>
            <a:off x="73025" y="182245"/>
            <a:ext cx="7874635" cy="676910"/>
          </a:xfrm>
        </p:spPr>
        <p:txBody>
          <a:bodyPr wrap="square"/>
          <a:p>
            <a:r>
              <a:rPr lang="en-IN" altLang="en-US"/>
              <a:t>Sequence Diagram:</a:t>
            </a:r>
            <a:endParaRPr lang="en-I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555" y="916305"/>
            <a:ext cx="6463665" cy="565594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52400" y="995045"/>
            <a:ext cx="524637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user (Parent, Child, Therapist, or Admin) authenticates through Firebase services.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system initiates emotion detection and provides real-time emotional feedback to the child.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child selects and plays therapeutic games through the game service module.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Emotion data and activity progress are securely stored in Firebase.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Parents and therapists receive notifications and alerts based on emotional conditions.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Therapists access child progress data to monitor development and sessions.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Assignment updates and preferences are synchronized across the system in real time.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8005" y="-18415"/>
            <a:ext cx="5288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2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47390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Outputs</a:t>
            </a:r>
            <a:endParaRPr lang="en-IN"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8" name="Picture 7" descr="Screenshot 2026-01-29 215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20775"/>
            <a:ext cx="2442845" cy="5212715"/>
          </a:xfrm>
          <a:prstGeom prst="rect">
            <a:avLst/>
          </a:prstGeom>
        </p:spPr>
      </p:pic>
      <p:pic>
        <p:nvPicPr>
          <p:cNvPr id="13" name="Picture 12" descr="Screenshot 2026-01-29 2151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5375"/>
            <a:ext cx="2555240" cy="5310505"/>
          </a:xfrm>
          <a:prstGeom prst="rect">
            <a:avLst/>
          </a:prstGeom>
        </p:spPr>
      </p:pic>
      <p:pic>
        <p:nvPicPr>
          <p:cNvPr id="15" name="Picture 14" descr="Screenshot 2026-01-29 2153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038860"/>
            <a:ext cx="2625090" cy="5499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8005" y="-18415"/>
            <a:ext cx="5288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2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47390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Outputs</a:t>
            </a:r>
            <a:endParaRPr lang="en-IN"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7" name="Picture 6" descr="Screenshot 2026-01-29 215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5" y="1134745"/>
            <a:ext cx="2445385" cy="5379085"/>
          </a:xfrm>
          <a:prstGeom prst="rect">
            <a:avLst/>
          </a:prstGeom>
        </p:spPr>
      </p:pic>
      <p:pic>
        <p:nvPicPr>
          <p:cNvPr id="15" name="Picture 14" descr="Screenshot 2026-01-29 2152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870" y="1071880"/>
            <a:ext cx="2599690" cy="5433695"/>
          </a:xfrm>
          <a:prstGeom prst="rect">
            <a:avLst/>
          </a:prstGeom>
        </p:spPr>
      </p:pic>
      <p:pic>
        <p:nvPicPr>
          <p:cNvPr id="16" name="Picture 15" descr="Screenshot 2026-01-29 2153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066800"/>
            <a:ext cx="2566035" cy="5418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8005" y="-18415"/>
            <a:ext cx="5288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2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47390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Outputs</a:t>
            </a:r>
            <a:endParaRPr lang="en-IN"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8" name="Picture 7" descr="Screenshot 2026-01-29 2142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192530"/>
            <a:ext cx="2463165" cy="5192395"/>
          </a:xfrm>
          <a:prstGeom prst="rect">
            <a:avLst/>
          </a:prstGeom>
        </p:spPr>
      </p:pic>
      <p:pic>
        <p:nvPicPr>
          <p:cNvPr id="13" name="Picture 12" descr="Screenshot 2026-01-29 2142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0460"/>
            <a:ext cx="2473960" cy="5368290"/>
          </a:xfrm>
          <a:prstGeom prst="rect">
            <a:avLst/>
          </a:prstGeom>
        </p:spPr>
      </p:pic>
      <p:pic>
        <p:nvPicPr>
          <p:cNvPr id="14" name="Picture 13" descr="Screenshot 2026-01-29 2143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125855"/>
            <a:ext cx="2463165" cy="53257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8005" y="-18415"/>
            <a:ext cx="5288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2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dirty="0">
                <a:sym typeface="+mn-ea"/>
              </a:rPr>
              <a:t>B-06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28600" y="1143000"/>
            <a:ext cx="11786235" cy="45669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[1]A. Holmgaard, H. Pedersen, and C. Abbott, “Animation: Children, Autism and New Possibilities for Learning,” PsykologCentret, Viborg, Denmark; VIA University, Denmark; King’s College London, UK, 2012.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[2]</a:t>
            </a: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M. Elhaddadi, H. Maazouz, N. Alami, M. M. Drissi, C. S. M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è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non, M. Latifi, and A. O. T. Ahami, “Serious Games to Teach Emotion Recognition to Children with Autism Spectrum Disorders (ASD),” International Journal of Computer Applications in Technology, 2019.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590550" marR="5080" indent="-577850" algn="just">
              <a:lnSpc>
                <a:spcPts val="3020"/>
              </a:lnSpc>
              <a:spcBef>
                <a:spcPts val="48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[3]</a:t>
            </a:r>
            <a:r>
              <a:rPr lang="en-IN" alt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A. Landowska, A. Karpus, T. Zawadzka, B. Robins, D. E. Barkana, H. Kose, T. Zorcec, and N. Cummins, “Automatic Emotion Recognition in Children with Autism: A Systematic Literature Review,” IEEE Transactions on Affective Computing, 2021.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10000" y="-26670"/>
            <a:ext cx="5415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lang="en-IN" spc="-10" dirty="0"/>
              <a:t>Conclusion:</a:t>
            </a:r>
            <a:endParaRPr lang="en-IN"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B-06</a:t>
            </a:r>
            <a:endParaRPr lang="en-IN"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5" name="Text Box 14"/>
          <p:cNvSpPr txBox="1"/>
          <p:nvPr/>
        </p:nvSpPr>
        <p:spPr>
          <a:xfrm>
            <a:off x="228600" y="1119505"/>
            <a:ext cx="1106106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project proposes an adaptive technology platform to support emotional and social development in children with autism.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Core functionalities such as authentication, emotion monitoring, therapeutic games, and progress tracking have been designed and implemented.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system ensures privacy, role-based access, and secure data handling using Firebase services.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Future scope includes integrating advanced AI models for personalized adaptation and real-time analytics.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platform can be extended with video therapy, multilingual support, and wider clinical validation.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10000" y="-26670"/>
            <a:ext cx="5415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endParaRPr lang="en-IN"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B-06</a:t>
            </a:r>
            <a:endParaRPr lang="en-IN"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5" name="Text Box 14"/>
          <p:cNvSpPr txBox="1"/>
          <p:nvPr/>
        </p:nvSpPr>
        <p:spPr>
          <a:xfrm>
            <a:off x="565150" y="2895600"/>
            <a:ext cx="110610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en-US" sz="96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  <a:sym typeface="+mn-ea"/>
              </a:rPr>
              <a:t>Thank You</a:t>
            </a:r>
            <a:endParaRPr lang="en-US" sz="9600" i="1">
              <a:ln w="15875"/>
              <a:solidFill>
                <a:srgbClr val="F78F07"/>
              </a:solidFill>
              <a:effectLst/>
              <a:latin typeface="Verdana" panose="020B0604030504040204" charset="0"/>
              <a:cs typeface="Verdana" panose="020B060403050404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9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10000" y="-26670"/>
            <a:ext cx="5415280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1500" b="1" i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ADAPTIVE TECHNOLOGY FOR AUTISM SUPPORT</a:t>
            </a:r>
            <a:endParaRPr lang="en-IN" altLang="en-US" sz="1500" b="1" i="1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lang="en-IN" spc="-10" dirty="0"/>
              <a:t>Conclusion:</a:t>
            </a:r>
            <a:endParaRPr lang="en-IN"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B-06</a:t>
            </a:r>
            <a:endParaRPr lang="en-IN"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  <a:endParaRPr cap="small" spc="-130" dirty="0"/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5" name="Text Box 14"/>
          <p:cNvSpPr txBox="1"/>
          <p:nvPr/>
        </p:nvSpPr>
        <p:spPr>
          <a:xfrm>
            <a:off x="381000" y="2859405"/>
            <a:ext cx="110610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en-US" sz="96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  <a:sym typeface="+mn-ea"/>
              </a:rPr>
              <a:t>Any Queries</a:t>
            </a:r>
            <a:endParaRPr lang="en-US" altLang="en-US" sz="9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9352</Words>
  <Application>WPS Presentation</Application>
  <PresentationFormat>On-screen Show (4:3)</PresentationFormat>
  <Paragraphs>402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Times New Roman</vt:lpstr>
      <vt:lpstr>Microsoft YaHei</vt:lpstr>
      <vt:lpstr>Arial Unicode MS</vt:lpstr>
      <vt:lpstr>Calibri</vt:lpstr>
      <vt:lpstr>Algerian</vt:lpstr>
      <vt:lpstr>Agency FB</vt:lpstr>
      <vt:lpstr>Verdana</vt:lpstr>
      <vt:lpstr>Office Theme</vt:lpstr>
      <vt:lpstr>ADAPTIVE TECHNOLOGY FOR AUTISM SUPPORT</vt:lpstr>
      <vt:lpstr>QUERIES FROM REVIEW ZERO</vt:lpstr>
      <vt:lpstr>Title Explanation </vt:lpstr>
      <vt:lpstr>Contents</vt:lpstr>
      <vt:lpstr>Abstract</vt:lpstr>
      <vt:lpstr>Introduction</vt:lpstr>
      <vt:lpstr>Software Requirements</vt:lpstr>
      <vt:lpstr>Dataset / Modules:</vt:lpstr>
      <vt:lpstr>Dataset / Modules:</vt:lpstr>
      <vt:lpstr>Implementation</vt:lpstr>
      <vt:lpstr>UML Diagram of Usecase:</vt:lpstr>
      <vt:lpstr>UML Diagram:</vt:lpstr>
      <vt:lpstr>UML Diagram:</vt:lpstr>
      <vt:lpstr>UML Diagram:</vt:lpstr>
      <vt:lpstr>References</vt:lpstr>
      <vt:lpstr>Outputs</vt:lpstr>
      <vt:lpstr>References</vt:lpstr>
      <vt:lpstr>References</vt:lpstr>
      <vt:lpstr>Git Hub	Dashboards of	each	student</vt:lpstr>
      <vt:lpstr>Conclusion:</vt:lpstr>
      <vt:lpstr>Conclusion: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PNEUMONIA USING NEURAl NETWORKS</dc:title>
  <dc:creator/>
  <cp:lastModifiedBy>PRANEESHA V</cp:lastModifiedBy>
  <cp:revision>32</cp:revision>
  <dcterms:created xsi:type="dcterms:W3CDTF">2025-12-03T13:01:00Z</dcterms:created>
  <dcterms:modified xsi:type="dcterms:W3CDTF">2026-01-29T17:15:11Z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2025-12-05T01:30:00Z</vt:filetime>
  </property>
  <property fmtid="{D5CDD505-2E9C-101B-9397-08002B2CF9AE}" pid="3" name="Creator">
    <vt:lpwstr>Google</vt:lpwstr>
  </property>
  <property fmtid="{D5CDD505-2E9C-101B-9397-08002B2CF9AE}" pid="4" name="LastSaved">
    <vt:filetime>2025-12-05T01:30:00Z</vt:filetime>
  </property>
  <property fmtid="{D5CDD505-2E9C-101B-9397-08002B2CF9AE}" pid="5" name="ICV">
    <vt:lpwstr>2D0DBD17EDC14A2A9587261D1C77A1A4_13</vt:lpwstr>
  </property>
  <property fmtid="{D5CDD505-2E9C-101B-9397-08002B2CF9AE}" pid="6" name="KSOProductBuildVer">
    <vt:lpwstr>1033-12.2.0.23196</vt:lpwstr>
  </property>
</Properties>
</file>