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E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34400" y="1737360"/>
            <a:ext cx="2963545" cy="41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VENKATA VENU</a:t>
            </a:r>
            <a:r>
              <a:rPr lang="en-IN" altLang="en-US" sz="2400" dirty="0">
                <a:latin typeface="Times New Roman" panose="02020603050405020304"/>
                <a:cs typeface="Times New Roman" panose="02020603050405020304"/>
              </a:rPr>
              <a:t> K 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ts val="106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1200" spc="5" dirty="0">
                <a:latin typeface="Times New Roman" panose="02020603050405020304"/>
                <a:cs typeface="Times New Roman" panose="02020603050405020304"/>
              </a:rPr>
              <a:t>224G1A05C3</a:t>
            </a:r>
            <a:endParaRPr lang="en-IN" altLang="en-US" sz="1200" spc="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2780" y="2476500"/>
            <a:ext cx="3683635" cy="95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spc="-10" dirty="0"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spc="-25" dirty="0">
                <a:latin typeface="Times New Roman" panose="02020603050405020304"/>
                <a:cs typeface="Times New Roman" panose="02020603050405020304"/>
              </a:rPr>
              <a:t>of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065" marR="5080" algn="ctr">
              <a:lnSpc>
                <a:spcPts val="2790"/>
              </a:lnSpc>
              <a:spcBef>
                <a:spcPts val="115"/>
              </a:spcBef>
            </a:pPr>
            <a:r>
              <a:rPr lang="en-US" altLang="en-US" sz="2400" spc="-20" dirty="0">
                <a:latin typeface="Times New Roman" panose="02020603050405020304"/>
                <a:cs typeface="Times New Roman" panose="02020603050405020304"/>
              </a:rPr>
              <a:t>Mr. G.Ganesh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 spc="-10" dirty="0">
                <a:latin typeface="Times New Roman" panose="02020603050405020304"/>
                <a:cs typeface="Times New Roman" panose="02020603050405020304"/>
              </a:rPr>
              <a:t>M.Tech</a:t>
            </a:r>
            <a:r>
              <a:rPr lang="en-IN" altLang="en-US" sz="2400" spc="-1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Assistant Professor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 panose="02020603050405020304"/>
                <a:cs typeface="Times New Roman" panose="02020603050405020304"/>
              </a:rPr>
              <a:t>Autonomous</a:t>
            </a: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Rotarypuram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Village,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Samudram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Mandal,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Ananthapuramu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515701.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202</a:t>
            </a:r>
            <a:r>
              <a:rPr lang="en-IN" altLang="en-US" sz="1300" b="1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202</a:t>
            </a:r>
            <a:r>
              <a:rPr lang="en-IN" altLang="en-US" sz="1300" b="1" spc="-20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lang="en-IN" altLang="en-US" sz="1300" b="1" spc="-20" dirty="0">
              <a:solidFill>
                <a:srgbClr val="1E4E78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1600" y="1737360"/>
            <a:ext cx="2414905" cy="4552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altLang="en-US" sz="2400" dirty="0">
                <a:latin typeface="Times New Roman" panose="02020603050405020304"/>
                <a:cs typeface="Times New Roman" panose="02020603050405020304"/>
              </a:rPr>
              <a:t>RAJESHWARI K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ts val="106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1200" spc="40" dirty="0">
                <a:latin typeface="Times New Roman" panose="02020603050405020304"/>
                <a:cs typeface="Times New Roman" panose="02020603050405020304"/>
              </a:rPr>
              <a:t>224G1A0579</a:t>
            </a:r>
            <a:endParaRPr lang="en-IN" altLang="en-US" sz="1200" spc="4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4932" y="1621334"/>
            <a:ext cx="2169795" cy="571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IN" altLang="en-US" sz="2400" spc="-10" dirty="0">
                <a:latin typeface="Times New Roman" panose="02020603050405020304"/>
                <a:cs typeface="Times New Roman" panose="02020603050405020304"/>
              </a:rPr>
              <a:t>PRANEESHA V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 No.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IN" altLang="en-US" sz="1200" spc="-10" dirty="0">
                <a:latin typeface="Times New Roman" panose="02020603050405020304"/>
                <a:cs typeface="Times New Roman" panose="02020603050405020304"/>
              </a:rPr>
              <a:t>24G1A0573</a:t>
            </a:r>
            <a:endParaRPr lang="en-IN" altLang="en-US" sz="1200" spc="-1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77240" y="491490"/>
            <a:ext cx="1044511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2800" dirty="0"/>
              <a:t>ADAPTIVE TECHNOLOGY FOR AUTISM SUPPORT</a:t>
            </a:r>
            <a:endParaRPr lang="en-IN" sz="28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606" y="3410370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-14605"/>
            <a:ext cx="62928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US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- 06</a:t>
            </a:r>
            <a:endParaRPr lang="en-IN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Title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Justification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Objectives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Project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survey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Work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(Methods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followed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system)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GitHub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Link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Queries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92550" y="-18415"/>
            <a:ext cx="5518785" cy="2311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NETWORKSADA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Title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Justification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ext Box 11"/>
          <p:cNvSpPr txBox="1"/>
          <p:nvPr/>
        </p:nvSpPr>
        <p:spPr>
          <a:xfrm>
            <a:off x="287020" y="1363345"/>
            <a:ext cx="10539730" cy="420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“ADAPTIVE TECHNOLOGY FOR AUTISM SUPPORT” reflects the core objectives of the project: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Adaptive intelligence →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Using AI-based techniques to adjust content and feedback according to emotional state and attention level.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Target audience &amp; purpose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→ Supporting children aged 6–12 years with Autism Spectrum Disorder through personalized and sensory-friendly assistance.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Practical impact →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Enhancing emotional regulation, engagement, and social interaction while enabling caregivers and educators to monitor progress effectively.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2550" y="-18415"/>
            <a:ext cx="5429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0" y="216535"/>
            <a:ext cx="276352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bg1"/>
                </a:solidFill>
              </a:rPr>
              <a:t>Abstract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ext Box 11"/>
          <p:cNvSpPr txBox="1"/>
          <p:nvPr/>
        </p:nvSpPr>
        <p:spPr>
          <a:xfrm>
            <a:off x="237490" y="1121410"/>
            <a:ext cx="11488420" cy="5318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Adaptive Technology for Autism Support is an AI-assisted, cross-platform application developed to support children aged 6–12 years with Autism Spectrum Disorder (ASD). The system aims to provide a personalized and sensory-friendly learning environment by adapting to a child’s emotional state and attention level. Basic emotion recognition techniques using facial expressions, eye-focus patterns, and speech-related cues are employed to estimate engagement. Based on this analysis, the application provides supportive feedback through a virtual avatar to encourage emotional regulation and sustained focus. Interactive game-based activities are included to enhance cognitive, emotional, and social skills in a low-stress environment. The system also offers progress tracking and caregiver support features to help parents and educators monitor development. Built using Flutter, the application ensures a calming, intuitive interface across multiple platforms. The project focuses on ethical design and practical feasibility to create a secure and adaptive support tool for children with ASD.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0"/>
            <a:ext cx="524129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6899" y="1074318"/>
            <a:ext cx="11346815" cy="52006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Children with Autism Spectrum Disorder (ASD) face difficulties in emotional regulation, social interaction, and sustained attention.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Existing assistive and learning tools are mostly static and lack personalization.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Emotional states and sensory sensitivities are often not considered during learning.</a:t>
            </a:r>
            <a:endParaRPr lang="en-US" altLang="en-US" sz="2400" spc="-10" dirty="0"/>
          </a:p>
          <a:p>
            <a:pPr marL="12700" marR="5080" indent="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Caregivers and educators have limited real-time visibility into a child’s engagement and progress.</a:t>
            </a:r>
            <a:endParaRPr lang="en-US" altLang="en-US" sz="2400" spc="-10" dirty="0"/>
          </a:p>
          <a:p>
            <a:pPr marL="12700" marR="5080" indent="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There is a need for an adaptive, sensory-friendly technology that personalizes support and improves engagement.</a:t>
            </a:r>
            <a:endParaRPr lang="en-US" altLang="en-US" sz="24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4140" y="-18415"/>
            <a:ext cx="524129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110318"/>
            <a:ext cx="11619230" cy="380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To develop an adaptive, AI-assisted application to support children with Autism Spectrum Disorder (ASD).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To personalize learning and interaction based on emotional state and attention level.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To create a sensory-friendly and low-stress environment using interactive activities.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To improve emotional regulation, engagement, and basic social skills.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To provide progress tracking tools for caregivers and educators.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0100" y="-26670"/>
            <a:ext cx="532130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3025" y="304165"/>
            <a:ext cx="4808855" cy="6432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800" spc="-35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survey</a:t>
            </a:r>
            <a:r>
              <a:rPr sz="2800" spc="-25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25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objectives</a:t>
            </a:r>
            <a:endParaRPr sz="28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76530">
              <a:lnSpc>
                <a:spcPct val="100000"/>
              </a:lnSpc>
            </a:pPr>
            <a:endParaRPr sz="28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9" name="object 9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ext Box 11"/>
          <p:cNvSpPr txBox="1"/>
          <p:nvPr/>
        </p:nvSpPr>
        <p:spPr>
          <a:xfrm>
            <a:off x="1931670" y="2600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4" name="Table 13"/>
          <p:cNvGraphicFramePr/>
          <p:nvPr>
            <p:custDataLst>
              <p:tags r:id="rId2"/>
            </p:custDataLst>
          </p:nvPr>
        </p:nvGraphicFramePr>
        <p:xfrm>
          <a:off x="149225" y="1240155"/>
          <a:ext cx="11781790" cy="49028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12800"/>
                <a:gridCol w="2248535"/>
                <a:gridCol w="3745865"/>
                <a:gridCol w="2891155"/>
                <a:gridCol w="2083435"/>
              </a:tblGrid>
              <a:tr h="6661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S.NO</a:t>
                      </a:r>
                      <a:endParaRPr lang="en-IN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AUTHOR’S NAME</a:t>
                      </a:r>
                      <a:endParaRPr lang="en-IN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BASE PAPER</a:t>
                      </a:r>
                      <a:endParaRPr lang="en-IN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Key Contribution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Limitations Identified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3646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IN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Holmgaard et al. 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Ani</a:t>
                      </a: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mation: Children, Autism and New Possibilities for Learning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Demonstrated that animated visual content improves engagement and learning interest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Lacks personalization and real-time emotional adaptability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047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2.</a:t>
                      </a:r>
                      <a:endParaRPr lang="en-IN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Landowska et al.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Automatic Emotion Recognition in Children with Autism: A Systematic Literature Review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Reviewed facial, speech, and multimodal emotion recognition methods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Limited real-time implementation and privacy considerations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67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3.</a:t>
                      </a:r>
                      <a:endParaRPr lang="en-IN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Elhaddadi et al.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Serious Games to Teach Emotion Recognition to Children with Autism Spectrum Disorders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Showed improved emotional awareness and motivation through serious games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No integration of attention tracking or adaptive feedback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899" y="1002318"/>
            <a:ext cx="11164570" cy="54648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An AI-assisted, cross-platform application to support children (6–12 years) with Autism Spectrum Disorder (ASD).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Uses real-time facial emotion recognition, eye tracking, and speech-based emotion cues to estimate emotional state and attention.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Provides adaptive feedback through a virtual avatar to support emotional regulation and engagement.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Includes therapeutic games and a collaborative canvas to improve cognitive, emotional, and social skills in a low-stress environment.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Offers progress tracking, session reports, and alerts for parents and therapists.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Built using Flutter with a Firebase backend, ensuring cross-platform accessibility, scalability, and secure data handling.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Designed with a privacy-first and ethical approach, where all sensitive processing is performed on-device.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8005" y="-18415"/>
            <a:ext cx="5288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28600" y="1143000"/>
            <a:ext cx="11786235" cy="45669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[1]A. Holmgaard, H. Pedersen, and C. Abbott, “Animation: Children, Autism and New Possibilities for Learning,” PsykologCentret, Viborg, Denmark; VIA University, Denmark; King’s College London, UK, 2012.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[2]</a:t>
            </a: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M. Elhaddadi, H. Maazouz, N. Alami, M. M. Drissi, C. S. M</a:t>
            </a:r>
            <a:r>
              <a:rPr lang="" altLang="en-US" sz="2400">
                <a:latin typeface="Times New Roman" panose="02020603050405020304"/>
                <a:cs typeface="Times New Roman" panose="02020603050405020304"/>
              </a:rPr>
              <a:t>è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non, M. Latifi, and A. O. T. Ahami, “Serious Games to Teach Emotion Recognition to Children with Autism Spectrum Disorders (ASD),” International Journal of Computer Applications in Technology, 2019.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[3]</a:t>
            </a: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A. Landowska, A. Karpus, T. Zawadzka, B. Robins, D. E. Barkana, H. Kose, T. Zorcec, and N. Cummins, “Automatic Emotion Recognition in Children with Autism: A Systematic Literature Review,” IEEE Transactions on Affective Computing, 2021.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10000" y="-26670"/>
            <a:ext cx="5415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B-06</a:t>
            </a:r>
            <a:endParaRPr lang="en-IN"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3400" y="6019800"/>
            <a:ext cx="927798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https://github.com/224G1A0573/CSE-2022-26-BATCH-B6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85850"/>
            <a:ext cx="1004316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71800" y="0"/>
            <a:ext cx="617982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B-06</a:t>
            </a:r>
            <a:endParaRPr lang="en-IN"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7" name="object 7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 panose="02020603050405020304"/>
                <a:cs typeface="Times New Roman" panose="02020603050405020304"/>
              </a:rPr>
              <a:t>Queries?</a:t>
            </a:r>
            <a:endParaRPr sz="9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7*287"/>
  <p:tag name="TABLE_ENDDRAG_RECT" val="11*97*927*2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6819</Words>
  <Application>WPS Presentation</Application>
  <PresentationFormat>On-screen Show (4:3)</PresentationFormat>
  <Paragraphs>240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Times New Roman</vt:lpstr>
      <vt:lpstr>Lucida Sans Unicode</vt:lpstr>
      <vt:lpstr>Microsoft YaHei</vt:lpstr>
      <vt:lpstr>Arial Unicode MS</vt:lpstr>
      <vt:lpstr>Calibri</vt:lpstr>
      <vt:lpstr>Office Theme</vt:lpstr>
      <vt:lpstr>ADAPTIVE TECHNOLOGY FOR AUTISM SUPPORT</vt:lpstr>
      <vt:lpstr>Contents</vt:lpstr>
      <vt:lpstr>Title Justification</vt:lpstr>
      <vt:lpstr>Abstract</vt:lpstr>
      <vt:lpstr>Problem Statement</vt:lpstr>
      <vt:lpstr>Objectives of	Project</vt:lpstr>
      <vt:lpstr>PowerPoint 演示文稿</vt:lpstr>
      <vt:lpstr>Proposed	System</vt:lpstr>
      <vt:lpstr>References</vt:lpstr>
      <vt:lpstr>Git Hub	Dashboards of	each	student</vt:lpstr>
      <vt:lpstr>Any Queries?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PNEUMONIA USING NEURAl NETWORKS</dc:title>
  <dc:creator/>
  <cp:lastModifiedBy>PRANEESHA V</cp:lastModifiedBy>
  <cp:revision>15</cp:revision>
  <dcterms:created xsi:type="dcterms:W3CDTF">2025-12-03T13:01:00Z</dcterms:created>
  <dcterms:modified xsi:type="dcterms:W3CDTF">2025-12-24T06:11:51Z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2025-12-04T09:00:00Z</vt:filetime>
  </property>
  <property fmtid="{D5CDD505-2E9C-101B-9397-08002B2CF9AE}" pid="3" name="Creator">
    <vt:lpwstr>Google</vt:lpwstr>
  </property>
  <property fmtid="{D5CDD505-2E9C-101B-9397-08002B2CF9AE}" pid="4" name="LastSaved">
    <vt:filetime>2025-12-04T09:00:00Z</vt:filetime>
  </property>
  <property fmtid="{D5CDD505-2E9C-101B-9397-08002B2CF9AE}" pid="5" name="ICV">
    <vt:lpwstr>2D0DBD17EDC14A2A9587261D1C77A1A4_13</vt:lpwstr>
  </property>
  <property fmtid="{D5CDD505-2E9C-101B-9397-08002B2CF9AE}" pid="6" name="KSOProductBuildVer">
    <vt:lpwstr>1033-12.2.0.23155</vt:lpwstr>
  </property>
</Properties>
</file>